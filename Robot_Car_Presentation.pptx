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Joystick-Controlled Robot Car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HCS12 Microcontroller &amp; MATLAB Simulink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Tasneem Barakat  •  Malak Alhajaj  •  Renad Al-Nimat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1828800" cy="27432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and 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01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901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1579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Master-slave design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32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Components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6883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HCS12, Arduino, L298N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62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9626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HCS12 Software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2186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ADC, Serial, Control logic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493008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493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Model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Model-based motor control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&amp; Solutions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4279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53712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553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4553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480974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joystick-controlled 4WD robot car demonstrating embedded systems integration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31920" cy="1645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371600"/>
            <a:ext cx="73152" cy="1645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HCS12 for control logic + Arduino with Simulink model-based design for motor 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experience with HCS12 microcontroller (automotive applications)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ADC for joystick reading and serial communication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PWM-based motor speed control with H-bridge driver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Model-based design using MATLAB Simulink for Arduino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645920" cy="914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Joystick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X/Y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1828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828800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HCS12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 + Logic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7-Seg Display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97680" y="2240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24231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9600 baud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1371600"/>
            <a:ext cx="1828800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Model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Control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223760" y="1645920"/>
            <a:ext cx="1463040" cy="914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645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L298N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2057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H-Bridge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Protocol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8229600" cy="14630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2286000"/>
                <a:gridCol w="1828800"/>
              </a:tblGrid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ASCII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'F'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'B'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Backward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'L'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0x4C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'R'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'S'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0x53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Components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7373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Dragon12-JR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MC9S12DG256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16-bit HCS12 core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256KB Flash, 12KB RAM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MHz bus clock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10-bit ADC (ATD1)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7-segment display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17373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325880"/>
            <a:ext cx="73152" cy="1737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Joystick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2-Axis Input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X-axis: center ~550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Y-axis: center ~150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threshold: 350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threshold: 750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button backup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4023360" cy="17373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246120"/>
            <a:ext cx="73152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Uno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ATmega328P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MHz clock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deployed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receive (Port 0)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pins 5, 6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pins 8,9,10,11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246120"/>
            <a:ext cx="4023360" cy="17373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3246120"/>
            <a:ext cx="73152" cy="1737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L298N H-Bridge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Motor Driver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8862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A: Left motors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B: Right motors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ENA/ENB: Speed (PWM)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IN1-IN4: Direction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7-12V motor supply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HCS12 Controller Software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Software Functions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73152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 Initialization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470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ATD1CTL2 = 0x80 (power up)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73152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 Read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500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10-bit conversion on PAD8/PAD9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73152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Init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852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SCI1BDL = 26 (9600 baud @ 4MHz)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73152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Send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3558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TDRE flag, write to SCI1DRL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73152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Check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858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PA0 active-low with pull-up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73152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7-Seg Display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3616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H, common-anode (inverted)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Logic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54880" y="1645920"/>
            <a:ext cx="3931920" cy="2194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78308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get_command(x, y)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if(button_pressed())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'B';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if(x &lt;= 350) return 'L';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if(x &gt;= 750) return 'R';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if(y &gt;= 350) return 'F';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'S';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977640"/>
            <a:ext cx="3931920" cy="8686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Joystick Calibration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297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center: ~550 | Y center: ~150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Y-axis broken → Push button for backward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MATLAB Simulink Model-Based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Model-Based Design?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block-based design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before deploying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code generation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hand-written Arduino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modify and debug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Blocks Used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931920" cy="219456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Serial Receive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Relational Operators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 Gates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Converters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Output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Logic (OR Gates)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8229600" cy="11430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840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IN1 = isForward OR isRight      (left motor forward)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IN2 = isBackward OR isLeft      (left motor backward)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IN3 = isForward OR isLeft       (right motor forward)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IN4 = isBackward OR isRight     (right motor backward)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 = F OR B OR L OR R       (movement active)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Motor Control Logic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to L298N Wiring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3931920" cy="201168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828800"/>
              </a:tblGrid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Arduino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L298N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 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 direction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 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 direction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 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direction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 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direction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 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 speed (PWM)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 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speed (PWM)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Control Truth Table</a:t>
            </a:r>
            <a:endParaRPr lang="en-US" sz="18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00200"/>
          <a:ext cx="3931920" cy="1828800"/>
        </p:xfrm>
        <a:graphic>
          <a:graphicData uri="http://schemas.openxmlformats.org/drawingml/2006/table">
            <a:tbl>
              <a:tblPr/>
              <a:tblGrid>
                <a:gridCol w="1005840"/>
                <a:gridCol w="548640"/>
                <a:gridCol w="548640"/>
                <a:gridCol w="548640"/>
                <a:gridCol w="548640"/>
                <a:gridCol w="73152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Backward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Process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42062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14400" y="4251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model in Simulink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606040" y="42062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9"/>
          <p:cNvSpPr/>
          <p:nvPr/>
        </p:nvSpPr>
        <p:spPr>
          <a:xfrm>
            <a:off x="260604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063240" y="4251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for Arduino Uno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42062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2"/>
          <p:cNvSpPr/>
          <p:nvPr/>
        </p:nvSpPr>
        <p:spPr>
          <a:xfrm>
            <a:off x="475488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212080" y="4251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Deploy &amp; Start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903720" y="42062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5"/>
          <p:cNvSpPr/>
          <p:nvPr/>
        </p:nvSpPr>
        <p:spPr>
          <a:xfrm>
            <a:off x="690372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360920" y="4251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Auto-generates C code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Problems &amp; Solutions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3291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Symptom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serial pin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data received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PS3 (TX), not PS2 (RX)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baud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Garbage characters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SCI1BDL = 26 for 4MHz bus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Joystick Y-axis broken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backward movement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Added push button on PA0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Motors going in circles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 not going straight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motor wiring polarity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Non-PWM pin used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 always full speed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PWM pins (5, 6)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Lessons Learned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verify pin assignments from datasheets before wiring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problems can often be solved in software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testing saves debugging time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integrated HCS12 + Arduino + Simulink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5 movement commands (F/B/L/R/S)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Model-based design eliminated hand-written Arduino code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feedback via 7-segment display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to adapt: software fixes for hardware issues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communication  •  Obstacle avoidance  •  Proportional speed control  •  Camera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0" y="3657600"/>
            <a:ext cx="45720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Tasneem Barakat  •  Malak Alhajaj  •  Renad Al-Nimat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Joystick-Controlled Robot Car</dc:title>
  <dc:subject>PptxGenJS Presentation</dc:subject>
  <dc:creator>Tasneem Barakat, Malak Alhajaj, Renad Al-Nimat</dc:creator>
  <cp:lastModifiedBy>Tasneem Barakat, Malak Alhajaj, Renad Al-Nimat</cp:lastModifiedBy>
  <cp:revision>1</cp:revision>
  <dcterms:created xsi:type="dcterms:W3CDTF">2026-01-29T16:44:15Z</dcterms:created>
  <dcterms:modified xsi:type="dcterms:W3CDTF">2026-01-29T16:44:15Z</dcterms:modified>
</cp:coreProperties>
</file>